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18000663" cy="14400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40" d="100"/>
          <a:sy n="40" d="100"/>
        </p:scale>
        <p:origin x="2586" y="5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0050" y="2356703"/>
            <a:ext cx="15300564" cy="5013407"/>
          </a:xfrm>
        </p:spPr>
        <p:txBody>
          <a:bodyPr anchor="b"/>
          <a:lstStyle>
            <a:lvl1pPr algn="ctr"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50083" y="7563446"/>
            <a:ext cx="13500497" cy="3476717"/>
          </a:xfrm>
        </p:spPr>
        <p:txBody>
          <a:bodyPr/>
          <a:lstStyle>
            <a:lvl1pPr marL="0" indent="0" algn="ctr">
              <a:buNone/>
              <a:defRPr sz="4725"/>
            </a:lvl1pPr>
            <a:lvl2pPr marL="900044" indent="0" algn="ctr">
              <a:buNone/>
              <a:defRPr sz="3937"/>
            </a:lvl2pPr>
            <a:lvl3pPr marL="1800088" indent="0" algn="ctr">
              <a:buNone/>
              <a:defRPr sz="3543"/>
            </a:lvl3pPr>
            <a:lvl4pPr marL="2700132" indent="0" algn="ctr">
              <a:buNone/>
              <a:defRPr sz="3150"/>
            </a:lvl4pPr>
            <a:lvl5pPr marL="3600176" indent="0" algn="ctr">
              <a:buNone/>
              <a:defRPr sz="3150"/>
            </a:lvl5pPr>
            <a:lvl6pPr marL="4500220" indent="0" algn="ctr">
              <a:buNone/>
              <a:defRPr sz="3150"/>
            </a:lvl6pPr>
            <a:lvl7pPr marL="5400264" indent="0" algn="ctr">
              <a:buNone/>
              <a:defRPr sz="3150"/>
            </a:lvl7pPr>
            <a:lvl8pPr marL="6300307" indent="0" algn="ctr">
              <a:buNone/>
              <a:defRPr sz="3150"/>
            </a:lvl8pPr>
            <a:lvl9pPr marL="7200351" indent="0" algn="ctr">
              <a:buNone/>
              <a:defRPr sz="31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1900898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22541706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28171" y="3590057"/>
            <a:ext cx="15525572" cy="5990088"/>
          </a:xfrm>
        </p:spPr>
        <p:txBody>
          <a:bodyPr anchor="b"/>
          <a:lstStyle>
            <a:lvl1pPr>
              <a:defRPr sz="118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28171" y="9636813"/>
            <a:ext cx="15525572" cy="3150046"/>
          </a:xfrm>
        </p:spPr>
        <p:txBody>
          <a:bodyPr/>
          <a:lstStyle>
            <a:lvl1pPr marL="0" indent="0">
              <a:buNone/>
              <a:defRPr sz="4725">
                <a:solidFill>
                  <a:schemeClr val="tx1">
                    <a:tint val="82000"/>
                  </a:schemeClr>
                </a:solidFill>
              </a:defRPr>
            </a:lvl1pPr>
            <a:lvl2pPr marL="900044" indent="0">
              <a:buNone/>
              <a:defRPr sz="3937">
                <a:solidFill>
                  <a:schemeClr val="tx1">
                    <a:tint val="82000"/>
                  </a:schemeClr>
                </a:solidFill>
              </a:defRPr>
            </a:lvl2pPr>
            <a:lvl3pPr marL="1800088" indent="0">
              <a:buNone/>
              <a:defRPr sz="3543">
                <a:solidFill>
                  <a:schemeClr val="tx1">
                    <a:tint val="82000"/>
                  </a:schemeClr>
                </a:solidFill>
              </a:defRPr>
            </a:lvl3pPr>
            <a:lvl4pPr marL="2700132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4pPr>
            <a:lvl5pPr marL="3600176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5pPr>
            <a:lvl6pPr marL="4500220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6pPr>
            <a:lvl7pPr marL="5400264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7pPr>
            <a:lvl8pPr marL="6300307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8pPr>
            <a:lvl9pPr marL="7200351" indent="0">
              <a:buNone/>
              <a:defRPr sz="315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8281701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37545" y="3833390"/>
            <a:ext cx="7650282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112836" y="3833390"/>
            <a:ext cx="7650282" cy="91368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748776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766681"/>
            <a:ext cx="15525572" cy="278337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9892" y="3530053"/>
            <a:ext cx="7615123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9892" y="5260078"/>
            <a:ext cx="7615123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112837" y="3530053"/>
            <a:ext cx="7652626" cy="1730025"/>
          </a:xfrm>
        </p:spPr>
        <p:txBody>
          <a:bodyPr anchor="b"/>
          <a:lstStyle>
            <a:lvl1pPr marL="0" indent="0">
              <a:buNone/>
              <a:defRPr sz="4725" b="1"/>
            </a:lvl1pPr>
            <a:lvl2pPr marL="900044" indent="0">
              <a:buNone/>
              <a:defRPr sz="3937" b="1"/>
            </a:lvl2pPr>
            <a:lvl3pPr marL="1800088" indent="0">
              <a:buNone/>
              <a:defRPr sz="3543" b="1"/>
            </a:lvl3pPr>
            <a:lvl4pPr marL="2700132" indent="0">
              <a:buNone/>
              <a:defRPr sz="3150" b="1"/>
            </a:lvl4pPr>
            <a:lvl5pPr marL="3600176" indent="0">
              <a:buNone/>
              <a:defRPr sz="3150" b="1"/>
            </a:lvl5pPr>
            <a:lvl6pPr marL="4500220" indent="0">
              <a:buNone/>
              <a:defRPr sz="3150" b="1"/>
            </a:lvl6pPr>
            <a:lvl7pPr marL="5400264" indent="0">
              <a:buNone/>
              <a:defRPr sz="3150" b="1"/>
            </a:lvl7pPr>
            <a:lvl8pPr marL="6300307" indent="0">
              <a:buNone/>
              <a:defRPr sz="3150" b="1"/>
            </a:lvl8pPr>
            <a:lvl9pPr marL="7200351" indent="0">
              <a:buNone/>
              <a:defRPr sz="315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112837" y="5260078"/>
            <a:ext cx="7652626" cy="773678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5293884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9683844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502783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2626" y="2073367"/>
            <a:ext cx="9112836" cy="10233485"/>
          </a:xfrm>
        </p:spPr>
        <p:txBody>
          <a:bodyPr/>
          <a:lstStyle>
            <a:lvl1pPr>
              <a:defRPr sz="6300"/>
            </a:lvl1pPr>
            <a:lvl2pPr>
              <a:defRPr sz="5512"/>
            </a:lvl2pPr>
            <a:lvl3pPr>
              <a:defRPr sz="4725"/>
            </a:lvl3pPr>
            <a:lvl4pPr>
              <a:defRPr sz="3937"/>
            </a:lvl4pPr>
            <a:lvl5pPr>
              <a:defRPr sz="3937"/>
            </a:lvl5pPr>
            <a:lvl6pPr>
              <a:defRPr sz="3937"/>
            </a:lvl6pPr>
            <a:lvl7pPr>
              <a:defRPr sz="3937"/>
            </a:lvl7pPr>
            <a:lvl8pPr>
              <a:defRPr sz="3937"/>
            </a:lvl8pPr>
            <a:lvl9pPr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7806108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39890" y="960014"/>
            <a:ext cx="5805682" cy="3360050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652626" y="2073367"/>
            <a:ext cx="9112836" cy="10233485"/>
          </a:xfrm>
        </p:spPr>
        <p:txBody>
          <a:bodyPr anchor="t"/>
          <a:lstStyle>
            <a:lvl1pPr marL="0" indent="0">
              <a:buNone/>
              <a:defRPr sz="6300"/>
            </a:lvl1pPr>
            <a:lvl2pPr marL="900044" indent="0">
              <a:buNone/>
              <a:defRPr sz="5512"/>
            </a:lvl2pPr>
            <a:lvl3pPr marL="1800088" indent="0">
              <a:buNone/>
              <a:defRPr sz="4725"/>
            </a:lvl3pPr>
            <a:lvl4pPr marL="2700132" indent="0">
              <a:buNone/>
              <a:defRPr sz="3937"/>
            </a:lvl4pPr>
            <a:lvl5pPr marL="3600176" indent="0">
              <a:buNone/>
              <a:defRPr sz="3937"/>
            </a:lvl5pPr>
            <a:lvl6pPr marL="4500220" indent="0">
              <a:buNone/>
              <a:defRPr sz="3937"/>
            </a:lvl6pPr>
            <a:lvl7pPr marL="5400264" indent="0">
              <a:buNone/>
              <a:defRPr sz="3937"/>
            </a:lvl7pPr>
            <a:lvl8pPr marL="6300307" indent="0">
              <a:buNone/>
              <a:defRPr sz="3937"/>
            </a:lvl8pPr>
            <a:lvl9pPr marL="7200351" indent="0">
              <a:buNone/>
              <a:defRPr sz="393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39890" y="4320064"/>
            <a:ext cx="5805682" cy="8003453"/>
          </a:xfrm>
        </p:spPr>
        <p:txBody>
          <a:bodyPr/>
          <a:lstStyle>
            <a:lvl1pPr marL="0" indent="0">
              <a:buNone/>
              <a:defRPr sz="3150"/>
            </a:lvl1pPr>
            <a:lvl2pPr marL="900044" indent="0">
              <a:buNone/>
              <a:defRPr sz="2756"/>
            </a:lvl2pPr>
            <a:lvl3pPr marL="1800088" indent="0">
              <a:buNone/>
              <a:defRPr sz="2362"/>
            </a:lvl3pPr>
            <a:lvl4pPr marL="2700132" indent="0">
              <a:buNone/>
              <a:defRPr sz="1969"/>
            </a:lvl4pPr>
            <a:lvl5pPr marL="3600176" indent="0">
              <a:buNone/>
              <a:defRPr sz="1969"/>
            </a:lvl5pPr>
            <a:lvl6pPr marL="4500220" indent="0">
              <a:buNone/>
              <a:defRPr sz="1969"/>
            </a:lvl6pPr>
            <a:lvl7pPr marL="5400264" indent="0">
              <a:buNone/>
              <a:defRPr sz="1969"/>
            </a:lvl7pPr>
            <a:lvl8pPr marL="6300307" indent="0">
              <a:buNone/>
              <a:defRPr sz="1969"/>
            </a:lvl8pPr>
            <a:lvl9pPr marL="7200351" indent="0">
              <a:buNone/>
              <a:defRPr sz="196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13300342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32473887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881725" y="766678"/>
            <a:ext cx="3881393" cy="122035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37546" y="766678"/>
            <a:ext cx="11419171" cy="122035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68661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37546" y="766681"/>
            <a:ext cx="1552557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37546" y="3833390"/>
            <a:ext cx="1552557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37546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C027EF-5676-40CB-B72A-B703686D3135}" type="datetimeFigureOut">
              <a:rPr lang="en-SE" smtClean="0"/>
              <a:t>2026-04-17</a:t>
            </a:fld>
            <a:endParaRPr lang="en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62720" y="13346867"/>
            <a:ext cx="607522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712968" y="13346867"/>
            <a:ext cx="4050149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362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70A8A13-DE1B-437D-9AAA-696249502101}" type="slidenum">
              <a:rPr lang="en-SE" smtClean="0"/>
              <a:t>‹#›</a:t>
            </a:fld>
            <a:endParaRPr lang="en-SE"/>
          </a:p>
        </p:txBody>
      </p:sp>
    </p:spTree>
    <p:extLst>
      <p:ext uri="{BB962C8B-B14F-4D97-AF65-F5344CB8AC3E}">
        <p14:creationId xmlns:p14="http://schemas.microsoft.com/office/powerpoint/2010/main" val="41914395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800088" rtl="0" eaLnBrk="1" latinLnBrk="0" hangingPunct="1">
        <a:lnSpc>
          <a:spcPct val="90000"/>
        </a:lnSpc>
        <a:spcBef>
          <a:spcPct val="0"/>
        </a:spcBef>
        <a:buNone/>
        <a:defRPr sz="8662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0022" indent="-450022" algn="l" defTabSz="1800088" rtl="0" eaLnBrk="1" latinLnBrk="0" hangingPunct="1">
        <a:lnSpc>
          <a:spcPct val="90000"/>
        </a:lnSpc>
        <a:spcBef>
          <a:spcPts val="1969"/>
        </a:spcBef>
        <a:buFont typeface="Arial" panose="020B0604020202020204" pitchFamily="34" charset="0"/>
        <a:buChar char="•"/>
        <a:defRPr sz="5512" kern="1200">
          <a:solidFill>
            <a:schemeClr val="tx1"/>
          </a:solidFill>
          <a:latin typeface="+mn-lt"/>
          <a:ea typeface="+mn-ea"/>
          <a:cs typeface="+mn-cs"/>
        </a:defRPr>
      </a:lvl1pPr>
      <a:lvl2pPr marL="1350066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4725" kern="1200">
          <a:solidFill>
            <a:schemeClr val="tx1"/>
          </a:solidFill>
          <a:latin typeface="+mn-lt"/>
          <a:ea typeface="+mn-ea"/>
          <a:cs typeface="+mn-cs"/>
        </a:defRPr>
      </a:lvl2pPr>
      <a:lvl3pPr marL="2250110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937" kern="1200">
          <a:solidFill>
            <a:schemeClr val="tx1"/>
          </a:solidFill>
          <a:latin typeface="+mn-lt"/>
          <a:ea typeface="+mn-ea"/>
          <a:cs typeface="+mn-cs"/>
        </a:defRPr>
      </a:lvl3pPr>
      <a:lvl4pPr marL="3150154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4050198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950242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850285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750329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650373" indent="-450022" algn="l" defTabSz="1800088" rtl="0" eaLnBrk="1" latinLnBrk="0" hangingPunct="1">
        <a:lnSpc>
          <a:spcPct val="90000"/>
        </a:lnSpc>
        <a:spcBef>
          <a:spcPts val="984"/>
        </a:spcBef>
        <a:buFont typeface="Arial" panose="020B0604020202020204" pitchFamily="34" charset="0"/>
        <a:buChar char="•"/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1pPr>
      <a:lvl2pPr marL="90004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2pPr>
      <a:lvl3pPr marL="1800088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3pPr>
      <a:lvl4pPr marL="2700132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4pPr>
      <a:lvl5pPr marL="3600176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5pPr>
      <a:lvl6pPr marL="4500220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6pPr>
      <a:lvl7pPr marL="5400264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7pPr>
      <a:lvl8pPr marL="6300307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8pPr>
      <a:lvl9pPr marL="7200351" algn="l" defTabSz="1800088" rtl="0" eaLnBrk="1" latinLnBrk="0" hangingPunct="1">
        <a:defRPr sz="354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ACA45C-2B31-37D9-E186-D38ED792F6FB}"/>
              </a:ext>
            </a:extLst>
          </p:cNvPr>
          <p:cNvSpPr txBox="1"/>
          <p:nvPr/>
        </p:nvSpPr>
        <p:spPr>
          <a:xfrm>
            <a:off x="742950" y="457200"/>
            <a:ext cx="282179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Head </a:t>
            </a:r>
            <a:r>
              <a:rPr lang="en-US" sz="3200" dirty="0" err="1"/>
              <a:t>Gammex</a:t>
            </a:r>
            <a:endParaRPr lang="en-SE" sz="32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6C732360-2883-EFD2-DEE2-C99D06188119}"/>
              </a:ext>
            </a:extLst>
          </p:cNvPr>
          <p:cNvGrpSpPr/>
          <p:nvPr/>
        </p:nvGrpSpPr>
        <p:grpSpPr>
          <a:xfrm>
            <a:off x="5400331" y="3600106"/>
            <a:ext cx="7200000" cy="7200000"/>
            <a:chOff x="5400331" y="3600106"/>
            <a:chExt cx="7200000" cy="720000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D9218912-101B-80C0-519D-40C919E917AA}"/>
                </a:ext>
              </a:extLst>
            </p:cNvPr>
            <p:cNvSpPr/>
            <p:nvPr/>
          </p:nvSpPr>
          <p:spPr>
            <a:xfrm>
              <a:off x="5400331" y="3600106"/>
              <a:ext cx="7200000" cy="72000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2">
                  <a:lumMod val="50000"/>
                  <a:lumOff val="50000"/>
                </a:schemeClr>
              </a:solidFill>
              <a:prstDash val="sys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E" sz="4519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165EDB7-30AA-F934-D589-0901EDDE33BA}"/>
                </a:ext>
              </a:extLst>
            </p:cNvPr>
            <p:cNvSpPr/>
            <p:nvPr/>
          </p:nvSpPr>
          <p:spPr>
            <a:xfrm>
              <a:off x="8499931" y="5264378"/>
              <a:ext cx="1000800" cy="10008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2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FC1B11E-6A9A-BAC8-FC47-0ED2CBB7F2C7}"/>
                </a:ext>
              </a:extLst>
            </p:cNvPr>
            <p:cNvSpPr/>
            <p:nvPr/>
          </p:nvSpPr>
          <p:spPr>
            <a:xfrm>
              <a:off x="8499931" y="3829050"/>
              <a:ext cx="1000800" cy="10008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3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DBD50701-6152-9226-75AB-062826C19D0B}"/>
                </a:ext>
              </a:extLst>
            </p:cNvPr>
            <p:cNvSpPr/>
            <p:nvPr/>
          </p:nvSpPr>
          <p:spPr>
            <a:xfrm>
              <a:off x="8499931" y="6699706"/>
              <a:ext cx="1000800" cy="1000800"/>
            </a:xfrm>
            <a:prstGeom prst="ellipse">
              <a:avLst/>
            </a:prstGeom>
            <a:solidFill>
              <a:srgbClr val="FFCC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rgbClr val="FF0000"/>
                  </a:solidFill>
                </a:rPr>
                <a:t>1</a:t>
              </a:r>
              <a:endParaRPr lang="en-SE" sz="3200" dirty="0">
                <a:solidFill>
                  <a:srgbClr val="FF0000"/>
                </a:solidFill>
              </a:endParaRP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4A95B26-F35F-C0A9-FCBB-A2AA42CA1F05}"/>
                </a:ext>
              </a:extLst>
            </p:cNvPr>
            <p:cNvSpPr/>
            <p:nvPr/>
          </p:nvSpPr>
          <p:spPr>
            <a:xfrm>
              <a:off x="5949331" y="6699706"/>
              <a:ext cx="1000800" cy="1000800"/>
            </a:xfrm>
            <a:prstGeom prst="ellipse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9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9FB37700-484B-FF4B-20DD-3D0A61F46B02}"/>
                </a:ext>
              </a:extLst>
            </p:cNvPr>
            <p:cNvSpPr/>
            <p:nvPr/>
          </p:nvSpPr>
          <p:spPr>
            <a:xfrm>
              <a:off x="11045312" y="6699706"/>
              <a:ext cx="1000800" cy="10008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5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8653BB4-2648-4757-7016-B18052AE9E4C}"/>
                </a:ext>
              </a:extLst>
            </p:cNvPr>
            <p:cNvSpPr/>
            <p:nvPr/>
          </p:nvSpPr>
          <p:spPr>
            <a:xfrm>
              <a:off x="8499931" y="9344720"/>
              <a:ext cx="1000800" cy="10008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7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328A264-3AAC-2476-F98B-334EE5CAFA12}"/>
                </a:ext>
              </a:extLst>
            </p:cNvPr>
            <p:cNvSpPr/>
            <p:nvPr/>
          </p:nvSpPr>
          <p:spPr>
            <a:xfrm>
              <a:off x="6449731" y="8749906"/>
              <a:ext cx="1000800" cy="100080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8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109CDBF-096B-489E-06D7-165E619E9EDB}"/>
                </a:ext>
              </a:extLst>
            </p:cNvPr>
            <p:cNvSpPr/>
            <p:nvPr/>
          </p:nvSpPr>
          <p:spPr>
            <a:xfrm>
              <a:off x="10544912" y="8749906"/>
              <a:ext cx="1000800" cy="1000800"/>
            </a:xfrm>
            <a:prstGeom prst="ellipse">
              <a:avLst/>
            </a:prstGeom>
            <a:solidFill>
              <a:schemeClr val="tx2">
                <a:lumMod val="25000"/>
                <a:lumOff val="75000"/>
              </a:schemeClr>
            </a:solidFill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6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22086575-1E2C-D893-026B-1130BE14C5E6}"/>
                </a:ext>
              </a:extLst>
            </p:cNvPr>
            <p:cNvSpPr/>
            <p:nvPr/>
          </p:nvSpPr>
          <p:spPr>
            <a:xfrm>
              <a:off x="6449731" y="4829850"/>
              <a:ext cx="1000800" cy="1000800"/>
            </a:xfrm>
            <a:prstGeom prst="ellipse">
              <a:avLst/>
            </a:prstGeom>
            <a:solidFill>
              <a:schemeClr val="bg2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10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A29069EA-604D-6CE0-DABF-2B670EFB2E8B}"/>
                </a:ext>
              </a:extLst>
            </p:cNvPr>
            <p:cNvSpPr/>
            <p:nvPr/>
          </p:nvSpPr>
          <p:spPr>
            <a:xfrm>
              <a:off x="10544912" y="4829850"/>
              <a:ext cx="1000800" cy="1000800"/>
            </a:xfrm>
            <a:prstGeom prst="ellipse">
              <a:avLst/>
            </a:prstGeom>
            <a:solidFill>
              <a:schemeClr val="tx2">
                <a:lumMod val="10000"/>
                <a:lumOff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3200" dirty="0">
                  <a:solidFill>
                    <a:sysClr val="windowText" lastClr="000000"/>
                  </a:solidFill>
                </a:rPr>
                <a:t>4</a:t>
              </a:r>
              <a:endParaRPr lang="en-SE" sz="3200" dirty="0"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55E66DF7-AAFC-6790-EBC7-4BCE34425749}"/>
              </a:ext>
            </a:extLst>
          </p:cNvPr>
          <p:cNvSpPr txBox="1"/>
          <p:nvPr/>
        </p:nvSpPr>
        <p:spPr>
          <a:xfrm>
            <a:off x="15125700" y="285750"/>
            <a:ext cx="2803460" cy="74174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Breast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Liver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Liquid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Lung LN300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Brain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Adipose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Lung LN450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*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Solid water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Inner bone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CaCO3 30%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CaCO3 50%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Cortical bone</a:t>
            </a:r>
            <a:endParaRPr lang="en-SE" sz="28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5613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4BC4C-AF66-2E41-32C6-A034D8120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5F469A-10A9-86D3-4D7E-9DE9BF127F13}"/>
              </a:ext>
            </a:extLst>
          </p:cNvPr>
          <p:cNvSpPr txBox="1"/>
          <p:nvPr/>
        </p:nvSpPr>
        <p:spPr>
          <a:xfrm>
            <a:off x="742950" y="457200"/>
            <a:ext cx="275767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Body </a:t>
            </a:r>
            <a:r>
              <a:rPr lang="en-US" sz="3200" dirty="0" err="1"/>
              <a:t>Gammex</a:t>
            </a:r>
            <a:endParaRPr lang="en-SE" sz="320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7DD88D-2D0F-0E72-18F5-016AD455E00F}"/>
              </a:ext>
            </a:extLst>
          </p:cNvPr>
          <p:cNvSpPr txBox="1"/>
          <p:nvPr/>
        </p:nvSpPr>
        <p:spPr>
          <a:xfrm>
            <a:off x="15125700" y="285750"/>
            <a:ext cx="2803460" cy="100027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800" dirty="0"/>
              <a:t> </a:t>
            </a:r>
            <a:r>
              <a:rPr lang="en-US" sz="2800" dirty="0">
                <a:solidFill>
                  <a:srgbClr val="FF0000"/>
                </a:solidFill>
              </a:rPr>
              <a:t>*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Liver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Lung LN300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Adipose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Solid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Liquid water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Brain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Breast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800" dirty="0"/>
              <a:t> Lung LN450</a:t>
            </a:r>
          </a:p>
          <a:p>
            <a:pPr marL="342900" indent="-342900">
              <a:buFont typeface="+mj-lt"/>
              <a:buAutoNum type="arabicPeriod"/>
            </a:pPr>
            <a:endParaRPr lang="en-US" sz="2800" dirty="0"/>
          </a:p>
          <a:p>
            <a:r>
              <a:rPr lang="en-US" sz="2800" dirty="0">
                <a:solidFill>
                  <a:srgbClr val="FF0000"/>
                </a:solidFill>
              </a:rPr>
              <a:t>*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Solid water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Inner bone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CaCO3 30%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CaCO3 50%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rgbClr val="FF0000"/>
                </a:solidFill>
              </a:rPr>
              <a:t>Cortical bone</a:t>
            </a:r>
            <a:endParaRPr lang="en-SE" sz="2800" dirty="0">
              <a:solidFill>
                <a:srgbClr val="FF0000"/>
              </a:solidFill>
            </a:endParaRP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5FCC440-ABE2-0B73-8851-455D537FDD4A}"/>
              </a:ext>
            </a:extLst>
          </p:cNvPr>
          <p:cNvGrpSpPr/>
          <p:nvPr/>
        </p:nvGrpSpPr>
        <p:grpSpPr>
          <a:xfrm>
            <a:off x="543031" y="1800106"/>
            <a:ext cx="14400000" cy="10800000"/>
            <a:chOff x="543031" y="1800106"/>
            <a:chExt cx="14400000" cy="10800000"/>
          </a:xfrm>
        </p:grpSpPr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029BFEF9-5756-061C-1020-C7A12DBDB41B}"/>
                </a:ext>
              </a:extLst>
            </p:cNvPr>
            <p:cNvGrpSpPr/>
            <p:nvPr/>
          </p:nvGrpSpPr>
          <p:grpSpPr>
            <a:xfrm>
              <a:off x="543031" y="1800106"/>
              <a:ext cx="14400000" cy="10800000"/>
              <a:chOff x="1800331" y="1800106"/>
              <a:chExt cx="14400000" cy="10800000"/>
            </a:xfrm>
          </p:grpSpPr>
          <p:sp>
            <p:nvSpPr>
              <p:cNvPr id="2" name="Oval 1">
                <a:extLst>
                  <a:ext uri="{FF2B5EF4-FFF2-40B4-BE49-F238E27FC236}">
                    <a16:creationId xmlns:a16="http://schemas.microsoft.com/office/drawing/2014/main" id="{8D82AF52-FE82-AA93-3CC9-3B2AB9DFE9C2}"/>
                  </a:ext>
                </a:extLst>
              </p:cNvPr>
              <p:cNvSpPr/>
              <p:nvPr/>
            </p:nvSpPr>
            <p:spPr>
              <a:xfrm>
                <a:off x="1800331" y="1800106"/>
                <a:ext cx="14400000" cy="108000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2">
                    <a:lumMod val="50000"/>
                    <a:lumOff val="50000"/>
                  </a:schemeClr>
                </a:solidFill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SE" sz="4519"/>
              </a:p>
            </p:txBody>
          </p:sp>
          <p:grpSp>
            <p:nvGrpSpPr>
              <p:cNvPr id="3" name="Group 2">
                <a:extLst>
                  <a:ext uri="{FF2B5EF4-FFF2-40B4-BE49-F238E27FC236}">
                    <a16:creationId xmlns:a16="http://schemas.microsoft.com/office/drawing/2014/main" id="{45DDE99E-8240-9E5C-C222-0C5CF2B98C1B}"/>
                  </a:ext>
                </a:extLst>
              </p:cNvPr>
              <p:cNvGrpSpPr/>
              <p:nvPr/>
            </p:nvGrpSpPr>
            <p:grpSpPr>
              <a:xfrm>
                <a:off x="5400331" y="3600106"/>
                <a:ext cx="7200000" cy="7200000"/>
                <a:chOff x="5400331" y="3600106"/>
                <a:chExt cx="7200000" cy="7200000"/>
              </a:xfrm>
            </p:grpSpPr>
            <p:sp>
              <p:nvSpPr>
                <p:cNvPr id="4" name="Oval 3">
                  <a:extLst>
                    <a:ext uri="{FF2B5EF4-FFF2-40B4-BE49-F238E27FC236}">
                      <a16:creationId xmlns:a16="http://schemas.microsoft.com/office/drawing/2014/main" id="{D97C685A-A055-54FD-90B0-A3A6E89C2468}"/>
                    </a:ext>
                  </a:extLst>
                </p:cNvPr>
                <p:cNvSpPr/>
                <p:nvPr/>
              </p:nvSpPr>
              <p:spPr>
                <a:xfrm>
                  <a:off x="5400331" y="3600106"/>
                  <a:ext cx="7200000" cy="72000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2">
                      <a:lumMod val="50000"/>
                      <a:lumOff val="50000"/>
                    </a:schemeClr>
                  </a:solidFill>
                  <a:prstDash val="sys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SE" sz="4519"/>
                </a:p>
              </p:txBody>
            </p:sp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7893691A-19A0-70B5-F9A0-6938BAC7BFAA}"/>
                    </a:ext>
                  </a:extLst>
                </p:cNvPr>
                <p:cNvSpPr/>
                <p:nvPr/>
              </p:nvSpPr>
              <p:spPr>
                <a:xfrm>
                  <a:off x="8499931" y="5264378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ysClr val="windowText" lastClr="000000"/>
                      </a:solidFill>
                    </a:rPr>
                    <a:t>2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7" name="Oval 6">
                  <a:extLst>
                    <a:ext uri="{FF2B5EF4-FFF2-40B4-BE49-F238E27FC236}">
                      <a16:creationId xmlns:a16="http://schemas.microsoft.com/office/drawing/2014/main" id="{68C46E53-6826-0D1B-ACEB-C1ADED5FA4CD}"/>
                    </a:ext>
                  </a:extLst>
                </p:cNvPr>
                <p:cNvSpPr/>
                <p:nvPr/>
              </p:nvSpPr>
              <p:spPr>
                <a:xfrm>
                  <a:off x="8499931" y="3829050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ysClr val="windowText" lastClr="000000"/>
                      </a:solidFill>
                    </a:rPr>
                    <a:t>3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8" name="Oval 7">
                  <a:extLst>
                    <a:ext uri="{FF2B5EF4-FFF2-40B4-BE49-F238E27FC236}">
                      <a16:creationId xmlns:a16="http://schemas.microsoft.com/office/drawing/2014/main" id="{DFD6B131-866B-53A1-A880-5383D1075F2A}"/>
                    </a:ext>
                  </a:extLst>
                </p:cNvPr>
                <p:cNvSpPr/>
                <p:nvPr/>
              </p:nvSpPr>
              <p:spPr>
                <a:xfrm>
                  <a:off x="8499931" y="6699706"/>
                  <a:ext cx="1000800" cy="1000800"/>
                </a:xfrm>
                <a:prstGeom prst="ellipse">
                  <a:avLst/>
                </a:prstGeom>
                <a:solidFill>
                  <a:srgbClr val="FFCCFF"/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rgbClr val="FF0000"/>
                      </a:solidFill>
                    </a:rPr>
                    <a:t>1</a:t>
                  </a:r>
                  <a:endParaRPr lang="en-SE" sz="32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9" name="Oval 8">
                  <a:extLst>
                    <a:ext uri="{FF2B5EF4-FFF2-40B4-BE49-F238E27FC236}">
                      <a16:creationId xmlns:a16="http://schemas.microsoft.com/office/drawing/2014/main" id="{6783C0F8-6997-207F-515D-EEEA5AE99894}"/>
                    </a:ext>
                  </a:extLst>
                </p:cNvPr>
                <p:cNvSpPr/>
                <p:nvPr/>
              </p:nvSpPr>
              <p:spPr>
                <a:xfrm>
                  <a:off x="5949331" y="6699706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50000"/>
                    <a:lumOff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ysClr val="windowText" lastClr="000000"/>
                      </a:solidFill>
                    </a:rPr>
                    <a:t>9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CEB1C731-DAB8-760B-0475-F3C6A3B43004}"/>
                    </a:ext>
                  </a:extLst>
                </p:cNvPr>
                <p:cNvSpPr/>
                <p:nvPr/>
              </p:nvSpPr>
              <p:spPr>
                <a:xfrm>
                  <a:off x="11045312" y="6699706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ysClr val="windowText" lastClr="000000"/>
                      </a:solidFill>
                    </a:rPr>
                    <a:t>5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1" name="Oval 10">
                  <a:extLst>
                    <a:ext uri="{FF2B5EF4-FFF2-40B4-BE49-F238E27FC236}">
                      <a16:creationId xmlns:a16="http://schemas.microsoft.com/office/drawing/2014/main" id="{51A9F301-5971-FEB5-0BB5-4428D9C7D37D}"/>
                    </a:ext>
                  </a:extLst>
                </p:cNvPr>
                <p:cNvSpPr/>
                <p:nvPr/>
              </p:nvSpPr>
              <p:spPr>
                <a:xfrm>
                  <a:off x="8499931" y="9344720"/>
                  <a:ext cx="1000800" cy="1000800"/>
                </a:xfrm>
                <a:prstGeom prst="ellipse">
                  <a:avLst/>
                </a:prstGeom>
                <a:solidFill>
                  <a:schemeClr val="bg2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 dirty="0">
                      <a:solidFill>
                        <a:sysClr val="windowText" lastClr="000000"/>
                      </a:solidFill>
                    </a:rPr>
                    <a:t>7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2" name="Oval 11">
                  <a:extLst>
                    <a:ext uri="{FF2B5EF4-FFF2-40B4-BE49-F238E27FC236}">
                      <a16:creationId xmlns:a16="http://schemas.microsoft.com/office/drawing/2014/main" id="{7FFC63B4-195C-3B7F-23FF-FE3B0F19E69A}"/>
                    </a:ext>
                  </a:extLst>
                </p:cNvPr>
                <p:cNvSpPr/>
                <p:nvPr/>
              </p:nvSpPr>
              <p:spPr>
                <a:xfrm>
                  <a:off x="6449731" y="8749906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ysClr val="windowText" lastClr="000000"/>
                      </a:solidFill>
                    </a:rPr>
                    <a:t>8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3" name="Oval 12">
                  <a:extLst>
                    <a:ext uri="{FF2B5EF4-FFF2-40B4-BE49-F238E27FC236}">
                      <a16:creationId xmlns:a16="http://schemas.microsoft.com/office/drawing/2014/main" id="{DE2A857A-AD19-C12A-FAC4-7399A397EA51}"/>
                    </a:ext>
                  </a:extLst>
                </p:cNvPr>
                <p:cNvSpPr/>
                <p:nvPr/>
              </p:nvSpPr>
              <p:spPr>
                <a:xfrm>
                  <a:off x="10544912" y="8749906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ysClr val="windowText" lastClr="000000"/>
                      </a:solidFill>
                    </a:rPr>
                    <a:t>6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83576F1D-AE21-CF42-8CDE-A05D0984C57C}"/>
                    </a:ext>
                  </a:extLst>
                </p:cNvPr>
                <p:cNvSpPr/>
                <p:nvPr/>
              </p:nvSpPr>
              <p:spPr>
                <a:xfrm>
                  <a:off x="6449731" y="4829850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25000"/>
                    <a:lumOff val="75000"/>
                  </a:schemeClr>
                </a:solidFill>
                <a:ln>
                  <a:solidFill>
                    <a:schemeClr val="tx1"/>
                  </a:solidFill>
                  <a:prstDash val="dash"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ysClr val="windowText" lastClr="000000"/>
                      </a:solidFill>
                    </a:rPr>
                    <a:t>10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  <p:sp>
              <p:nvSpPr>
                <p:cNvPr id="15" name="Oval 14">
                  <a:extLst>
                    <a:ext uri="{FF2B5EF4-FFF2-40B4-BE49-F238E27FC236}">
                      <a16:creationId xmlns:a16="http://schemas.microsoft.com/office/drawing/2014/main" id="{EA29AD04-6D46-F9A2-5FF1-D684196F38D9}"/>
                    </a:ext>
                  </a:extLst>
                </p:cNvPr>
                <p:cNvSpPr/>
                <p:nvPr/>
              </p:nvSpPr>
              <p:spPr>
                <a:xfrm>
                  <a:off x="10544912" y="4829850"/>
                  <a:ext cx="1000800" cy="1000800"/>
                </a:xfrm>
                <a:prstGeom prst="ellipse">
                  <a:avLst/>
                </a:prstGeom>
                <a:solidFill>
                  <a:schemeClr val="tx2">
                    <a:lumMod val="10000"/>
                    <a:lumOff val="9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sz="3200">
                      <a:solidFill>
                        <a:sysClr val="windowText" lastClr="000000"/>
                      </a:solidFill>
                    </a:rPr>
                    <a:t>4</a:t>
                  </a:r>
                  <a:endParaRPr lang="en-SE" sz="3200" dirty="0">
                    <a:solidFill>
                      <a:sysClr val="windowText" lastClr="000000"/>
                    </a:solidFill>
                  </a:endParaRPr>
                </a:p>
              </p:txBody>
            </p:sp>
          </p:grp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626B4179-E35B-75B0-B026-7473F313CA3E}"/>
                </a:ext>
              </a:extLst>
            </p:cNvPr>
            <p:cNvGrpSpPr/>
            <p:nvPr/>
          </p:nvGrpSpPr>
          <p:grpSpPr>
            <a:xfrm>
              <a:off x="1842631" y="3328650"/>
              <a:ext cx="11800800" cy="7742912"/>
              <a:chOff x="1842631" y="3328650"/>
              <a:chExt cx="11800800" cy="7742912"/>
            </a:xfrm>
          </p:grpSpPr>
          <p:sp>
            <p:nvSpPr>
              <p:cNvPr id="17" name="Oval 16">
                <a:extLst>
                  <a:ext uri="{FF2B5EF4-FFF2-40B4-BE49-F238E27FC236}">
                    <a16:creationId xmlns:a16="http://schemas.microsoft.com/office/drawing/2014/main" id="{A066F5A7-23A2-A2C3-197C-875D31DE9B9A}"/>
                  </a:ext>
                </a:extLst>
              </p:cNvPr>
              <p:cNvSpPr/>
              <p:nvPr/>
            </p:nvSpPr>
            <p:spPr>
              <a:xfrm>
                <a:off x="12642631" y="6699706"/>
                <a:ext cx="1000800" cy="10008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ysClr val="windowText" lastClr="000000"/>
                    </a:solidFill>
                  </a:rPr>
                  <a:t>12</a:t>
                </a:r>
                <a:endParaRPr lang="en-SE" sz="3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19" name="Oval 18">
                <a:extLst>
                  <a:ext uri="{FF2B5EF4-FFF2-40B4-BE49-F238E27FC236}">
                    <a16:creationId xmlns:a16="http://schemas.microsoft.com/office/drawing/2014/main" id="{F6C05E1D-96D2-E6FD-0E79-27CB689612FC}"/>
                  </a:ext>
                </a:extLst>
              </p:cNvPr>
              <p:cNvSpPr/>
              <p:nvPr/>
            </p:nvSpPr>
            <p:spPr>
              <a:xfrm>
                <a:off x="1842631" y="6699706"/>
                <a:ext cx="1000800" cy="1000800"/>
              </a:xfrm>
              <a:prstGeom prst="ellipse">
                <a:avLst/>
              </a:prstGeom>
              <a:solidFill>
                <a:schemeClr val="tx2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ysClr val="windowText" lastClr="000000"/>
                    </a:solidFill>
                  </a:rPr>
                  <a:t>15</a:t>
                </a:r>
                <a:endParaRPr lang="en-SE" sz="3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0" name="Oval 19">
                <a:extLst>
                  <a:ext uri="{FF2B5EF4-FFF2-40B4-BE49-F238E27FC236}">
                    <a16:creationId xmlns:a16="http://schemas.microsoft.com/office/drawing/2014/main" id="{BEC7BFC0-B926-A363-16AF-8DEB6AE7A6C8}"/>
                  </a:ext>
                </a:extLst>
              </p:cNvPr>
              <p:cNvSpPr/>
              <p:nvPr/>
            </p:nvSpPr>
            <p:spPr>
              <a:xfrm>
                <a:off x="3142231" y="3328650"/>
                <a:ext cx="1000800" cy="1000800"/>
              </a:xfrm>
              <a:prstGeom prst="ellipse">
                <a:avLst/>
              </a:prstGeom>
              <a:solidFill>
                <a:schemeClr val="bg2">
                  <a:lumMod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 dirty="0">
                    <a:solidFill>
                      <a:sysClr val="windowText" lastClr="000000"/>
                    </a:solidFill>
                  </a:rPr>
                  <a:t>16</a:t>
                </a:r>
                <a:endParaRPr lang="en-SE" sz="3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1" name="Oval 20">
                <a:extLst>
                  <a:ext uri="{FF2B5EF4-FFF2-40B4-BE49-F238E27FC236}">
                    <a16:creationId xmlns:a16="http://schemas.microsoft.com/office/drawing/2014/main" id="{FB11F429-F3C0-5426-6817-E613394D7513}"/>
                  </a:ext>
                </a:extLst>
              </p:cNvPr>
              <p:cNvSpPr/>
              <p:nvPr/>
            </p:nvSpPr>
            <p:spPr>
              <a:xfrm>
                <a:off x="11343031" y="3328650"/>
                <a:ext cx="1000800" cy="10008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ysClr val="windowText" lastClr="000000"/>
                    </a:solidFill>
                  </a:rPr>
                  <a:t>11</a:t>
                </a:r>
                <a:endParaRPr lang="en-SE" sz="3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2" name="Oval 21">
                <a:extLst>
                  <a:ext uri="{FF2B5EF4-FFF2-40B4-BE49-F238E27FC236}">
                    <a16:creationId xmlns:a16="http://schemas.microsoft.com/office/drawing/2014/main" id="{38305647-9086-B4EA-8B3E-B971D7CA904B}"/>
                  </a:ext>
                </a:extLst>
              </p:cNvPr>
              <p:cNvSpPr/>
              <p:nvPr/>
            </p:nvSpPr>
            <p:spPr>
              <a:xfrm>
                <a:off x="11343031" y="10070762"/>
                <a:ext cx="1000800" cy="1000800"/>
              </a:xfrm>
              <a:prstGeom prst="ellipse">
                <a:avLst/>
              </a:prstGeom>
              <a:solidFill>
                <a:schemeClr val="tx2">
                  <a:lumMod val="25000"/>
                  <a:lumOff val="75000"/>
                </a:schemeClr>
              </a:solidFill>
              <a:ln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ysClr val="windowText" lastClr="000000"/>
                    </a:solidFill>
                  </a:rPr>
                  <a:t>13</a:t>
                </a:r>
                <a:endParaRPr lang="en-SE" sz="3200" dirty="0">
                  <a:solidFill>
                    <a:sysClr val="windowText" lastClr="000000"/>
                  </a:solidFill>
                </a:endParaRPr>
              </a:p>
            </p:txBody>
          </p:sp>
          <p:sp>
            <p:nvSpPr>
              <p:cNvPr id="23" name="Oval 22">
                <a:extLst>
                  <a:ext uri="{FF2B5EF4-FFF2-40B4-BE49-F238E27FC236}">
                    <a16:creationId xmlns:a16="http://schemas.microsoft.com/office/drawing/2014/main" id="{C221C077-C5FD-0FE6-E024-FD15FF8D3E72}"/>
                  </a:ext>
                </a:extLst>
              </p:cNvPr>
              <p:cNvSpPr/>
              <p:nvPr/>
            </p:nvSpPr>
            <p:spPr>
              <a:xfrm>
                <a:off x="3142231" y="10070762"/>
                <a:ext cx="1000800" cy="1000800"/>
              </a:xfrm>
              <a:prstGeom prst="ellipse">
                <a:avLst/>
              </a:prstGeom>
              <a:solidFill>
                <a:schemeClr val="tx2">
                  <a:lumMod val="10000"/>
                  <a:lumOff val="9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3200">
                    <a:solidFill>
                      <a:sysClr val="windowText" lastClr="000000"/>
                    </a:solidFill>
                  </a:rPr>
                  <a:t>14</a:t>
                </a:r>
                <a:endParaRPr lang="en-SE" sz="3200" dirty="0">
                  <a:solidFill>
                    <a:sysClr val="windowText" lastClr="000000"/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79410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110</Words>
  <Application>Microsoft Office PowerPoint</Application>
  <PresentationFormat>Custom</PresentationFormat>
  <Paragraphs>68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Nelly Kleppe</dc:creator>
  <cp:lastModifiedBy>Nelly Kleppe</cp:lastModifiedBy>
  <cp:revision>1</cp:revision>
  <dcterms:created xsi:type="dcterms:W3CDTF">2026-03-27T14:35:00Z</dcterms:created>
  <dcterms:modified xsi:type="dcterms:W3CDTF">2026-04-17T14:31:38Z</dcterms:modified>
</cp:coreProperties>
</file>